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2C6FA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Genomics 1.3M Mouse Brain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(E18, sparse h5ad)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Subsampled tiers (seed=42):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C6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 → 50k → 100k → 500k → 1.3M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0632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063240"/>
            <a:ext cx="2743200" cy="32004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DATASETS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Visium v1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2,695 spots (55 µm)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Visium HD 8 µm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393,543 bins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Visium HD 2 µm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389,492 bins (subsampled)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301752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51560"/>
            <a:ext cx="301752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PIPELINE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490472"/>
            <a:ext cx="201168" cy="201168"/>
          </a:xfrm>
          <a:prstGeom prst="ellipse">
            <a:avLst/>
          </a:prstGeom>
          <a:solidFill>
            <a:srgbClr val="2C6FAC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490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h5ad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83864" y="1737360"/>
            <a:ext cx="0" cy="45720"/>
          </a:xfrm>
          <a:prstGeom prst="line">
            <a:avLst/>
          </a:prstGeom>
          <a:noFill/>
          <a:ln w="12700">
            <a:solidFill>
              <a:srgbClr val="4A9B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1810512"/>
            <a:ext cx="201168" cy="201168"/>
          </a:xfrm>
          <a:prstGeom prst="ellipse">
            <a:avLst/>
          </a:prstGeom>
          <a:solidFill>
            <a:srgbClr val="2C6FAC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810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&amp; filter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83864" y="2057400"/>
            <a:ext cx="0" cy="45720"/>
          </a:xfrm>
          <a:prstGeom prst="line">
            <a:avLst/>
          </a:prstGeom>
          <a:noFill/>
          <a:ln w="12700">
            <a:solidFill>
              <a:srgbClr val="4A9B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2130552"/>
            <a:ext cx="201168" cy="201168"/>
          </a:xfrm>
          <a:prstGeom prst="ellipse">
            <a:avLst/>
          </a:prstGeom>
          <a:solidFill>
            <a:srgbClr val="2C6FAC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+ log1p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83864" y="2377440"/>
            <a:ext cx="0" cy="45720"/>
          </a:xfrm>
          <a:prstGeom prst="line">
            <a:avLst/>
          </a:prstGeom>
          <a:noFill/>
          <a:ln w="12700">
            <a:solidFill>
              <a:srgbClr val="4A9B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2450592"/>
            <a:ext cx="201168" cy="201168"/>
          </a:xfrm>
          <a:prstGeom prst="ellipse">
            <a:avLst/>
          </a:prstGeom>
          <a:solidFill>
            <a:srgbClr val="2C6FAC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5760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HVG selection (2,000)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83864" y="2697480"/>
            <a:ext cx="0" cy="45720"/>
          </a:xfrm>
          <a:prstGeom prst="line">
            <a:avLst/>
          </a:prstGeom>
          <a:noFill/>
          <a:ln w="12700">
            <a:solidFill>
              <a:srgbClr val="4A9B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2770632"/>
            <a:ext cx="201168" cy="201168"/>
          </a:xfrm>
          <a:prstGeom prst="ellipse">
            <a:avLst/>
          </a:prstGeom>
          <a:solidFill>
            <a:srgbClr val="2C6FAC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2770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(50 comp.)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83864" y="3017520"/>
            <a:ext cx="0" cy="45720"/>
          </a:xfrm>
          <a:prstGeom prst="line">
            <a:avLst/>
          </a:prstGeom>
          <a:noFill/>
          <a:ln w="12700">
            <a:solidFill>
              <a:srgbClr val="4A9B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3090672"/>
            <a:ext cx="201168" cy="201168"/>
          </a:xfrm>
          <a:prstGeom prst="ellipse">
            <a:avLst/>
          </a:prstGeom>
          <a:solidFill>
            <a:srgbClr val="2C6FAC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65760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 graph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83864" y="3337560"/>
            <a:ext cx="0" cy="45720"/>
          </a:xfrm>
          <a:prstGeom prst="line">
            <a:avLst/>
          </a:prstGeom>
          <a:noFill/>
          <a:ln w="12700">
            <a:solidFill>
              <a:srgbClr val="4A9B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3280" y="3410712"/>
            <a:ext cx="201168" cy="201168"/>
          </a:xfrm>
          <a:prstGeom prst="ellipse">
            <a:avLst/>
          </a:prstGeom>
          <a:solidFill>
            <a:srgbClr val="2C6FAC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3410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65760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Leiden clustering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83864" y="3657600"/>
            <a:ext cx="0" cy="45720"/>
          </a:xfrm>
          <a:prstGeom prst="line">
            <a:avLst/>
          </a:prstGeom>
          <a:noFill/>
          <a:ln w="12700">
            <a:solidFill>
              <a:srgbClr val="4A9B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3730752"/>
            <a:ext cx="201168" cy="201168"/>
          </a:xfrm>
          <a:prstGeom prst="ellipse">
            <a:avLst/>
          </a:prstGeom>
          <a:solidFill>
            <a:srgbClr val="2C6FAC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0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65760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83864" y="3977640"/>
            <a:ext cx="0" cy="45720"/>
          </a:xfrm>
          <a:prstGeom prst="line">
            <a:avLst/>
          </a:prstGeom>
          <a:noFill/>
          <a:ln w="12700">
            <a:solidFill>
              <a:srgbClr val="4A9B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83280" y="4050792"/>
            <a:ext cx="201168" cy="201168"/>
          </a:xfrm>
          <a:prstGeom prst="ellipse">
            <a:avLst/>
          </a:prstGeom>
          <a:solidFill>
            <a:srgbClr val="2C6FAC"/>
          </a:solidFill>
          <a:ln/>
        </p:spPr>
      </p:sp>
      <p:sp>
        <p:nvSpPr>
          <p:cNvPr id="48" name="Text 46"/>
          <p:cNvSpPr/>
          <p:nvPr/>
        </p:nvSpPr>
        <p:spPr>
          <a:xfrm>
            <a:off x="3383280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5760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expression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832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Spatial: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autocorrelation, co-occurrence, neighbourhood enrichment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92240" y="1051560"/>
            <a:ext cx="24688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92240" y="1051560"/>
            <a:ext cx="24688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83680" y="1463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Scanpy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83680" y="16276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cores, Scanpy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58368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GPU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83680" y="19933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rapids-singlecell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58368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2/4/8× GPU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83680" y="23591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Dask-CUDA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583680" y="2560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0" y="27249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8×H100, up to 11.9M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492240" y="32004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492240" y="3200400"/>
            <a:ext cx="2468880" cy="320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4" name="Text 62"/>
          <p:cNvSpPr/>
          <p:nvPr/>
        </p:nvSpPr>
        <p:spPr>
          <a:xfrm>
            <a:off x="649224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62940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time per step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Concordance: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ARI, NMI, Jaccard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1/2/4/8 GPU scaling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RAM &amp; VRAM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7" name="Text 65"/>
          <p:cNvSpPr/>
          <p:nvPr/>
        </p:nvSpPr>
        <p:spPr>
          <a:xfrm>
            <a:off x="365760" y="4617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DGX H100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8×H100 80 GB  |  112 cores  |  2 TB RAM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65760" y="4846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scRNA-seq benchmark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846320" y="4617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4090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24 GB VRAM  |  100 cores  |  256 GB RAM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846320" y="4846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benchmark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663440" y="4645152"/>
            <a:ext cx="0" cy="411480"/>
          </a:xfrm>
          <a:prstGeom prst="line">
            <a:avLst/>
          </a:prstGeom>
          <a:noFill/>
          <a:ln w="6350">
            <a:solidFill>
              <a:srgbClr val="4A9BD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868680"/>
            <a:ext cx="1005840" cy="164592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73" name="Text 71"/>
          <p:cNvSpPr/>
          <p:nvPr/>
        </p:nvSpPr>
        <p:spPr>
          <a:xfrm>
            <a:off x="274320" y="868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repeats each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Experimental Design - GPU vs CPU Benchmark</dc:title>
  <dc:subject>PptxGenJS Presentation</dc:subject>
  <dc:creator>Luca Vedovelli</dc:creator>
  <cp:lastModifiedBy>Luca Vedovelli</cp:lastModifiedBy>
  <cp:revision>1</cp:revision>
  <dcterms:created xsi:type="dcterms:W3CDTF">2026-04-09T10:01:52Z</dcterms:created>
  <dcterms:modified xsi:type="dcterms:W3CDTF">2026-04-09T10:01:52Z</dcterms:modified>
</cp:coreProperties>
</file>